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</a:defRPr>
            </a:pPr>
            <a:r>
              <a:t>AI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 Systems Architecture &amp;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Y2K Global OÜ + KISS IT Solutions e.U.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Gergo Kiss, MSc — Managing Director &amp; AI Systems Architect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+43 1 442 20 143 | office@y2k.global | www.y2k.global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FUNDING &amp; GRANTS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Funding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AI-powered funding opportunity platform that revolutionizes grant application management. </a:t>
            </a:r>
          </a:p>
          <a:p>
            <a:r>
              <a:t>        </a:t>
            </a:r>
          </a:p>
          <a:p>
            <a:r>
              <a:t>The platform automatically discovers relevant funding opportunities, evaluates their fit with your projects, generates high-quality application drafts, and tracks the entire application lifecycle from submission to outcome.</a:t>
            </a:r>
          </a:p>
          <a:p/>
          <a:p>
            <a:r>
              <a:t>Currently live and serving clients at funding.kiss-it.io, the platform significantly reduces the time and effort required for successful grant applications while improving success rates through AI-driven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FastAPI, PostgreSQL, AI/ML, Email Integration, Web Scraping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Production-grade CPU-based Large Language Model inference platform designed for enterprise deployment.</a:t>
            </a:r>
          </a:p>
          <a:p/>
          <a:p>
            <a:r>
              <a:t>Features an OpenAI-compatible API for seamless integration, intelligent multi-model routing for optimal performance, and a comprehensive admin dashboard for monitoring and management.</a:t>
            </a:r>
          </a:p>
          <a:p/>
          <a:p>
            <a:r>
              <a:t>Built to scale horizontally while maintaining consistent performance, Cortex enables organizations to deploy AI capabilities without the complexity of GPU infrastructure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LLM, API Gateway,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DOCUMENT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DAIMOND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Private AI platform for document intelligence that transforms how organizations interact with their knowledge base.</a:t>
            </a:r>
          </a:p>
          <a:p/>
          <a:p>
            <a:r>
              <a:t>The platform automatically processes uploaded documents through intelligent chunking and embedding generation, enabling powerful vector-based search through ChromaDB. Users can engage in natural language conversations with their documents using RAG (Retrieval-Augmented Generation) with full citation tracking.</a:t>
            </a:r>
          </a:p>
          <a:p/>
          <a:p>
            <a:r>
              <a:t>Designed for enterprise privacy and security, ensuring sensitive documents never leave your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ChromaDB, RAG, Embeddings,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companion for Fleet Information System that modernizes fleet management through intelligent automation.</a:t>
            </a:r>
          </a:p>
          <a:p/>
          <a:p>
            <a:r>
              <a:t>Enables natural language querying of fleet data, advanced vision-based document processing for automated data extraction, and implements a ReAct-style tool-calling agent architecture with comprehensive safety guardrails.</a:t>
            </a:r>
          </a:p>
          <a:p/>
          <a:p>
            <a:r>
              <a:t>Seamlessly integrates with existing enterprise systems while providing an intuitive interface for fleet operators and managers.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Vision AI, NLP, Tool-Calling, Enterprise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LOGISTICS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Master Project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Machine learning powered bid creation system for logistics optimization that transforms transportation planning.</a:t>
            </a:r>
          </a:p>
          <a:p/>
          <a:p>
            <a:r>
              <a:t>Leverages advanced ML algorithms to analyze historical data, route optimization, cost factors, and market conditions to generate competitive and profitable bids automatically.</a:t>
            </a:r>
          </a:p>
          <a:p/>
          <a:p>
            <a:r>
              <a:t>Significantly reduces bid preparation time while improving win rates through data-driven decision making and optimization algorithms.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ML, Scikit-learn,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PORTFOLIO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Supporting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 diverse portfolio of AI and automation solutions spanning multiple domains:</a:t>
            </a:r>
          </a:p>
          <a:p/>
          <a:p>
            <a:r>
              <a:t>• Master Thesis (2020): Machine Learning applications in Accounting automation</a:t>
            </a:r>
          </a:p>
          <a:p>
            <a:r>
              <a:t>• Bookkeeping Automation: SaaS platform with AI-powered invoice extraction and processing</a:t>
            </a:r>
          </a:p>
          <a:p>
            <a:r>
              <a:t>• OfferFlow AI: Intelligent quote and invoice automation for service businesses</a:t>
            </a:r>
          </a:p>
          <a:p>
            <a:r>
              <a:t>• AccountingML: Machine learning models for financial data analysis and prediction</a:t>
            </a:r>
          </a:p>
          <a:p>
            <a:r>
              <a:t>• OCR Converter: Advanced optical character recognition for document digitization</a:t>
            </a:r>
          </a:p>
          <a:p/>
          <a:p>
            <a:r>
              <a:t>Each project demonstrates our commitment to practical AI solutions that solve real-world business challenges.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D4FF"/>
                </a:solidFill>
              </a:defRPr>
            </a:pPr>
            <a:r>
              <a:t>Technologies: Python, ML, OCR, SaaS, Automation,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Let's Build Something Intelligent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Gergo Kiss, MSc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Managing Director &amp; AI Systems Architect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Specialized in enterprise AI solutions, machine learning, and intelligent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Y2K Global OÜ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Sepapaja 6, 15551 Tallinn, Estonia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Reg: 17373395, VAT: EE102928187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KISS IT Solutions e.U.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Seitenstettengasse 5/37, 1010 Vienna, Austria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Reg: FN606200x, VAT: ATU68895724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Contact: +43 1 442 20 143 | office@y2k.global | www.y2k.global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